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3437" y="2214562"/>
            <a:ext cx="2905125" cy="381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95437" y="2786062"/>
            <a:ext cx="9001125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050" b="1" i="0" u="none">
                <a:solidFill>
                  <a:srgbClr val="F8FAFC"/>
                </a:solidFill>
                <a:latin typeface="Plus Jakarta Sans"/>
              </a:rPr>
              <a:t>'맛고백' 10초 광고 영상 제작 프롬프트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3881437"/>
            <a:ext cx="7620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CBD5E1"/>
                </a:solidFill>
                <a:latin typeface="Noto Sans KR"/>
              </a:rPr>
              <a:t>Sora 2 Pro, Google Veo 3.1, 그리고 AI 오디오 툴을 활용하여 즉시 실행할 수 있는 씬별 마스터 프롬프트 및 인코딩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002631"/>
            <a:ext cx="5476875" cy="3471862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002631"/>
            <a:ext cx="5476875" cy="347186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Plus Jakarta Sans"/>
              </a:rPr>
              <a:t>1. 멀티모달 제작 스펙 및 툴 체인 정의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0125" y="2240756"/>
            <a:ext cx="4950618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97316"/>
                </a:solidFill>
                <a:latin typeface="Plus Jakarta Sans"/>
              </a:rPr>
              <a:t>영상 기술 스펙 (과제 기준 충족)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2774156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총 길이: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정확히 10초 이내 (Scene 1: 3초 / Scene 2: 4초 / Scene 3: 3초)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421856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해상도 &amp; 비율: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1080 x 1920 (세로형 숏폼 포맷)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4069556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인코딩 설정: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H.264 코덱, 30fps, AAC 오디오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4717256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톤앤매너: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따뜻하고 고급스러운 앰버 레스토랑 조명 (Warm Amber Tone)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0375" y="2240756"/>
            <a:ext cx="4900612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97316"/>
                </a:solidFill>
                <a:latin typeface="Plus Jakarta Sans"/>
              </a:rPr>
              <a:t>멀티모달 도구 역할 분담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2774156"/>
            <a:ext cx="5000625" cy="4905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Scene 1 (오프닝):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고품질 텍스트-투-비디오로 생고기의 신선한 텍스처 정밀 구현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7000" y="3683793"/>
            <a:ext cx="5000625" cy="4905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Scene 2 &amp; 3: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물리 시뮬레이션(지글거림, 연기) 및 휴먼 모션(집게·가위 질감) 제어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7000" y="4593431"/>
            <a:ext cx="5000625" cy="4905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오디오: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'지지직' 현장 ASMR 시즐 사운드 및 감성적인 나레이션 음성 생성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278856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2278856"/>
            <a:ext cx="238125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774156"/>
            <a:ext cx="1095375" cy="261937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7000" y="3683793"/>
            <a:ext cx="828675" cy="261937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7000" y="4593431"/>
            <a:ext cx="1295400" cy="2619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395537"/>
            <a:ext cx="5476875" cy="2686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395537"/>
            <a:ext cx="5476875" cy="2686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3014662"/>
            <a:ext cx="5000625" cy="10132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Plus Jakarta Sans"/>
              </a:rPr>
              <a:t>2. Scene 1 제작 프롬프트 (0s ~ 3s)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8700" y="2633662"/>
            <a:ext cx="492061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97316"/>
                </a:solidFill>
                <a:latin typeface="Plus Jakarta Sans"/>
              </a:rPr>
              <a:t>Scene 1: 생삼겹살 등장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167062"/>
            <a:ext cx="5000625" cy="20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 err="1">
                <a:solidFill>
                  <a:srgbClr val="475569"/>
                </a:solidFill>
                <a:latin typeface="Noto Sans KR"/>
              </a:rPr>
              <a:t>목표</a:t>
            </a:r>
            <a:r>
              <a:rPr sz="1200" b="1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00" b="1" i="0" u="none" dirty="0" err="1">
                <a:solidFill>
                  <a:srgbClr val="475569"/>
                </a:solidFill>
                <a:latin typeface="Noto Sans KR"/>
              </a:rPr>
              <a:t>메시지</a:t>
            </a:r>
            <a:r>
              <a:rPr sz="1200" b="1" i="0" u="none" dirty="0">
                <a:solidFill>
                  <a:srgbClr val="475569"/>
                </a:solidFill>
                <a:latin typeface="Noto Sans KR"/>
              </a:rPr>
              <a:t>: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"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좋은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고기는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lang="ko-KR" altLang="en-US" sz="1200" b="0" i="0" u="none" dirty="0">
                <a:solidFill>
                  <a:srgbClr val="475569"/>
                </a:solidFill>
                <a:latin typeface="Noto Sans KR"/>
              </a:rPr>
              <a:t>때깔부터 다릅니다</a:t>
            </a:r>
            <a:r>
              <a:rPr lang="en-US" altLang="ko-KR" sz="1200" b="0" i="0" u="none" dirty="0">
                <a:solidFill>
                  <a:srgbClr val="475569"/>
                </a:solidFill>
                <a:latin typeface="Noto Sans KR"/>
              </a:rPr>
              <a:t>.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3814762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사용 툴: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Google Veo 3.1 (Image-to-Video 파이프라인 적용)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4462462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화면 구성: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달궈진 무쇠 불판 위에 두툼한 생삼겹살이 올라가는 클로즈업 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1325" y="2633662"/>
            <a:ext cx="492061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97316"/>
                </a:solidFill>
                <a:latin typeface="Plus Jakarta Sans"/>
              </a:rPr>
              <a:t>마스터 프롬프트 (원문)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4294584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오디오 소스: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무쇠 불판에 고기가 닿는 순간의 묵직한 '치이익' 마찰음 (SFX)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671762"/>
            <a:ext cx="21907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671762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395537"/>
            <a:ext cx="5476875" cy="26860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395537"/>
            <a:ext cx="5476875" cy="2686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3014662"/>
            <a:ext cx="5000625" cy="10132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Plus Jakarta Sans"/>
              </a:rPr>
              <a:t>3. Scene 2 제작 프롬프트 (3s ~ 7s)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075" y="2633662"/>
            <a:ext cx="4970621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97316"/>
                </a:solidFill>
                <a:latin typeface="Plus Jakarta Sans"/>
              </a:rPr>
              <a:t>Scene 2: 노릇노릇 시즐 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167062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목표 메시지: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"지지직, 가장 맛있게 익어가는 시간"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3814762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사용 툴: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Sora 2 Pro (동적 물리 렌더링)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4462462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화면 구성: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앞뒤로 황금빛 갈색으로 구워지며 피어오르는 얇은 연기와 기름 방울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1325" y="2633662"/>
            <a:ext cx="492061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97316"/>
                </a:solidFill>
                <a:latin typeface="Plus Jakarta Sans"/>
              </a:rPr>
              <a:t>마스터 프롬프트 (원문)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4294584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오디오 소스: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기름이 떨어지며 지글거리는 리얼 시즐 ASMR 사운드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671762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671762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1237"/>
            <a:ext cx="5476875" cy="2914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281237"/>
            <a:ext cx="5476875" cy="2914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2900362"/>
            <a:ext cx="5000625" cy="10132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Plus Jakarta Sans"/>
              </a:rPr>
              <a:t>4. Scene 3 제작 프롬프트 &amp; 엔딩 (7s ~ 10s)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1075" y="2519362"/>
            <a:ext cx="4970621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97316"/>
                </a:solidFill>
                <a:latin typeface="Plus Jakarta Sans"/>
              </a:rPr>
              <a:t>Scene 3: 전문 구이 서비스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052762"/>
            <a:ext cx="5000625" cy="209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 dirty="0" err="1">
                <a:solidFill>
                  <a:srgbClr val="475569"/>
                </a:solidFill>
                <a:latin typeface="Noto Sans KR"/>
              </a:rPr>
              <a:t>목표</a:t>
            </a:r>
            <a:r>
              <a:rPr sz="1200" b="1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00" b="1" i="0" u="none" dirty="0" err="1">
                <a:solidFill>
                  <a:srgbClr val="475569"/>
                </a:solidFill>
                <a:latin typeface="Noto Sans KR"/>
              </a:rPr>
              <a:t>메시지</a:t>
            </a:r>
            <a:r>
              <a:rPr sz="1200" b="1" i="0" u="none" dirty="0">
                <a:solidFill>
                  <a:srgbClr val="475569"/>
                </a:solidFill>
                <a:latin typeface="Noto Sans KR"/>
              </a:rPr>
              <a:t>: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"</a:t>
            </a:r>
            <a:r>
              <a:rPr lang="ko-KR" altLang="en-US" sz="1200" b="0" i="0" u="none" dirty="0">
                <a:solidFill>
                  <a:srgbClr val="475569"/>
                </a:solidFill>
                <a:latin typeface="Noto Sans KR"/>
              </a:rPr>
              <a:t>맛고백에서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lang="ko-KR" altLang="en-US" sz="1200" b="0" i="0" u="none" dirty="0">
                <a:solidFill>
                  <a:srgbClr val="475569"/>
                </a:solidFill>
                <a:latin typeface="Noto Sans KR"/>
              </a:rPr>
              <a:t>편하게 드세요</a:t>
            </a:r>
            <a:r>
              <a:rPr lang="en-US" altLang="ko-KR" sz="1200" b="0" i="0" u="none" dirty="0">
                <a:solidFill>
                  <a:srgbClr val="475569"/>
                </a:solidFill>
                <a:latin typeface="Noto Sans KR"/>
              </a:rPr>
              <a:t>!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" (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브랜드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슬로건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 </a:t>
            </a:r>
            <a:r>
              <a:rPr sz="1200" b="0" i="0" u="none" dirty="0" err="1">
                <a:solidFill>
                  <a:srgbClr val="475569"/>
                </a:solidFill>
                <a:latin typeface="Noto Sans KR"/>
              </a:rPr>
              <a:t>각인</a:t>
            </a:r>
            <a:r>
              <a:rPr sz="1200" b="0" i="0" u="none" dirty="0">
                <a:solidFill>
                  <a:srgbClr val="475569"/>
                </a:solidFill>
                <a:latin typeface="Noto Sans KR"/>
              </a:rPr>
              <a:t>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4375" y="3700462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사용 툴: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Sora 2 Pro (휴먼 터치 모션)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4375" y="4348162"/>
            <a:ext cx="5000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화면 구성: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깔끔한 장갑을 낀 직원이 스테인리스 집게와 가위로 한 입 크기로 먹기 좋게 자르는 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91325" y="2519362"/>
            <a:ext cx="4920615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97316"/>
                </a:solidFill>
                <a:latin typeface="Plus Jakarta Sans"/>
              </a:rPr>
              <a:t>마스터 프롬프트 (원문)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4180284"/>
            <a:ext cx="5000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엔딩 장치: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마지막 3초 동안 화면 하단에 브랜드 로고 및 </a:t>
            </a:r>
            <a:r>
              <a:rPr sz="1200" b="1" i="0" u="none">
                <a:solidFill>
                  <a:srgbClr val="475569"/>
                </a:solidFill>
                <a:latin typeface="Noto Sans KR"/>
              </a:rPr>
              <a:t>"맛고백: 맛있는 고기, 편하게 먹자!"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텍스트 오버레이 삽입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375" y="2557462"/>
            <a:ext cx="171450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7000" y="2557462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2281237"/>
            <a:ext cx="5476875" cy="291465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8875" y="2281237"/>
            <a:ext cx="5476875" cy="29146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523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1E293B"/>
                </a:solidFill>
                <a:latin typeface="Plus Jakarta Sans"/>
              </a:rPr>
              <a:t>5. 통합 편집 및 오디오 합성 가이드</a:t>
            </a:r>
          </a:p>
        </p:txBody>
      </p:sp>
      <p:sp>
        <p:nvSpPr>
          <p:cNvPr id="5" name="Rectangle 4"/>
          <p:cNvSpPr/>
          <p:nvPr/>
        </p:nvSpPr>
        <p:spPr>
          <a:xfrm>
            <a:off x="476250" y="1066800"/>
            <a:ext cx="11239500" cy="28575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47750" y="2519362"/>
            <a:ext cx="4900612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97316"/>
                </a:solidFill>
                <a:latin typeface="Plus Jakarta Sans"/>
              </a:rPr>
              <a:t>오디오 파이프라인 (ElevenLabs)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4375" y="3052762"/>
            <a:ext cx="5000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나레이션 보이스: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차분하고 신뢰감 주는 따뜻한 목소리 ("손 하나 까딱없이, 완벽하게 구워드립니다!")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5" y="3929062"/>
            <a:ext cx="5000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Noto Sans KR"/>
              </a:rPr>
              <a:t>배경음악 (BGM):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마음을 편안하게 해주는 로맨틱 로파이(Lo-Fi) 비트 적용하여 저녁 외식의 아늑한 분위기 극대화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0" y="2519362"/>
            <a:ext cx="4950618" cy="2667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 u="none">
                <a:solidFill>
                  <a:srgbClr val="F97316"/>
                </a:solidFill>
                <a:latin typeface="Plus Jakarta Sans"/>
              </a:rPr>
              <a:t>최종 통합 편집 체크리스트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7000" y="3052762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KR"/>
              </a:rPr>
              <a:t>1. 3개 씬(3초+4초+3초)을 타임라인에 정확히 배치하여 총 10초 완성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7000" y="3700462"/>
            <a:ext cx="500062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KR"/>
              </a:rPr>
              <a:t>2. 옵션 A에서 적용한 </a:t>
            </a:r>
            <a:r>
              <a:rPr sz="1200" b="1" i="0" u="none">
                <a:solidFill>
                  <a:srgbClr val="475569"/>
                </a:solidFill>
                <a:latin typeface="Noto Sans KR"/>
              </a:rPr>
              <a:t>'Warm amber restaurant tone'</a:t>
            </a:r>
            <a:r>
              <a:rPr sz="1200" b="0" i="0" u="none">
                <a:solidFill>
                  <a:srgbClr val="475569"/>
                </a:solidFill>
                <a:latin typeface="Noto Sans KR"/>
              </a:rPr>
              <a:t> 키워드로 인해 씬 간 색감이 일치하는지 최종 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7000" y="4576762"/>
            <a:ext cx="500062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475569"/>
                </a:solidFill>
                <a:latin typeface="Noto Sans KR"/>
              </a:rPr>
              <a:t>3. 프리미어 프로나 캡컷 등을 통해 H.264 / AAC 포맷으로 최종 렌더링 수행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375" y="2557462"/>
            <a:ext cx="238125" cy="1905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7000" y="2557462"/>
            <a:ext cx="19050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476250"/>
            <a:ext cx="11239500" cy="5905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115502" y="2171700"/>
            <a:ext cx="7960995" cy="790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500" b="1" i="0" u="none">
                <a:solidFill>
                  <a:srgbClr val="F8FAFC"/>
                </a:solidFill>
                <a:latin typeface="Plus Jakarta Sans"/>
              </a:rPr>
              <a:t>영상의 완성, 지금 시작하세요!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362325"/>
            <a:ext cx="762000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Noto Sans KR Medium"/>
              </a:rPr>
              <a:t>제공된 프롬프트를 Sora 2 Pro와 Veo 3.1에 입력하여 멋진 10초 광고 영상을 완성해 보세요.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2308" y="4486275"/>
            <a:ext cx="524723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FFEDD5"/>
                </a:solidFill>
                <a:latin typeface="monospace"/>
              </a:rPr>
              <a:t>Mat-Goback AI Multi-modal Video Prompt Suite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535</Words>
  <Application>Microsoft Office PowerPoint</Application>
  <PresentationFormat>와이드스크린</PresentationFormat>
  <Paragraphs>44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monospace</vt:lpstr>
      <vt:lpstr>Noto Sans KR</vt:lpstr>
      <vt:lpstr>Noto Sans KR Medium</vt:lpstr>
      <vt:lpstr>Plus Jakarta Sans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Kyoungboo Park</cp:lastModifiedBy>
  <cp:revision>2</cp:revision>
  <dcterms:created xsi:type="dcterms:W3CDTF">2013-01-27T09:14:16Z</dcterms:created>
  <dcterms:modified xsi:type="dcterms:W3CDTF">2026-08-13T04:30:41Z</dcterms:modified>
  <cp:category/>
</cp:coreProperties>
</file>